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62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7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5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81338" y="1700450"/>
            <a:ext cx="9923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 Code for Solving Three-dimensional Truss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85525" y="5157550"/>
            <a:ext cx="3515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Lecturer: Mehdi Ghasri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B44FDC-3D67-AB3A-FA42-F5E510EF0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84" y="3812562"/>
            <a:ext cx="1797373" cy="221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25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65" y="619731"/>
            <a:ext cx="3330229" cy="22176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89" y="2985936"/>
            <a:ext cx="3115157" cy="5497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89" y="3608409"/>
            <a:ext cx="3284505" cy="44961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51" y="4206621"/>
            <a:ext cx="3939881" cy="211854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515" y="619731"/>
            <a:ext cx="2664310" cy="64493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596" y="1439247"/>
            <a:ext cx="4221846" cy="172226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006" y="3535670"/>
            <a:ext cx="5707875" cy="140220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390" y="5265893"/>
            <a:ext cx="2934046" cy="76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79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7900" y="599454"/>
            <a:ext cx="5638800" cy="1589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2207" y="2260675"/>
            <a:ext cx="5463330" cy="2055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49775" y="896683"/>
                <a:ext cx="2693525" cy="5347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800" i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75" y="896683"/>
                <a:ext cx="2693525" cy="534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19835" y="2677022"/>
            <a:ext cx="2771775" cy="122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96537" y="4911300"/>
            <a:ext cx="2695575" cy="112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Content Placeholder 3"/>
          <p:cNvPicPr>
            <a:picLocks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961023" y="4568311"/>
            <a:ext cx="4089400" cy="156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79103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5355" y="1733823"/>
            <a:ext cx="1106128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easiest way to convert 2D truss code to the 3D truss is to add a Z axis to the defined coordinate axes and increase the degrees of freedom by one degree.</a:t>
            </a:r>
          </a:p>
        </p:txBody>
      </p:sp>
    </p:spTree>
    <p:extLst>
      <p:ext uri="{BB962C8B-B14F-4D97-AF65-F5344CB8AC3E}">
        <p14:creationId xmlns:p14="http://schemas.microsoft.com/office/powerpoint/2010/main" val="1462275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40" y="467830"/>
            <a:ext cx="5829805" cy="43590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81" y="467830"/>
            <a:ext cx="5060118" cy="5883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20046" y="559008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Truss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1132" y="559008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Truss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64953" y="5240927"/>
            <a:ext cx="1333719" cy="188323"/>
          </a:xfrm>
          <a:prstGeom prst="rect">
            <a:avLst/>
          </a:prstGeom>
          <a:noFill/>
          <a:ln w="412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52980" y="2183402"/>
            <a:ext cx="1345693" cy="200297"/>
          </a:xfrm>
          <a:prstGeom prst="rect">
            <a:avLst/>
          </a:prstGeom>
          <a:noFill/>
          <a:ln w="412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552979" y="2748626"/>
            <a:ext cx="1345693" cy="200297"/>
          </a:xfrm>
          <a:prstGeom prst="rect">
            <a:avLst/>
          </a:prstGeom>
          <a:noFill/>
          <a:ln w="412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552979" y="1602377"/>
            <a:ext cx="1345693" cy="200297"/>
          </a:xfrm>
          <a:prstGeom prst="rect">
            <a:avLst/>
          </a:prstGeom>
          <a:noFill/>
          <a:ln w="412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552979" y="5429251"/>
            <a:ext cx="4086446" cy="921730"/>
          </a:xfrm>
          <a:prstGeom prst="rect">
            <a:avLst/>
          </a:prstGeom>
          <a:noFill/>
          <a:ln w="412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0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88" y="3190875"/>
            <a:ext cx="7507586" cy="27909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88" y="1053414"/>
            <a:ext cx="7595714" cy="15754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15521" y="1949658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Truss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5521" y="3273633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Truss</a:t>
            </a:r>
          </a:p>
        </p:txBody>
      </p:sp>
    </p:spTree>
    <p:extLst>
      <p:ext uri="{BB962C8B-B14F-4D97-AF65-F5344CB8AC3E}">
        <p14:creationId xmlns:p14="http://schemas.microsoft.com/office/powerpoint/2010/main" val="1581896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99" y="551026"/>
            <a:ext cx="4937088" cy="57414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588" y="551026"/>
            <a:ext cx="3762104" cy="5741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41989" y="686915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Truss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2069" y="686914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Truss</a:t>
            </a:r>
          </a:p>
        </p:txBody>
      </p:sp>
    </p:spTree>
    <p:extLst>
      <p:ext uri="{BB962C8B-B14F-4D97-AF65-F5344CB8AC3E}">
        <p14:creationId xmlns:p14="http://schemas.microsoft.com/office/powerpoint/2010/main" val="1787199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15" y="1314249"/>
            <a:ext cx="3796502" cy="39580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93" y="1314249"/>
            <a:ext cx="4015213" cy="3958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36596" y="1592879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Truss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5509" y="1592879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Truss</a:t>
            </a:r>
          </a:p>
        </p:txBody>
      </p:sp>
    </p:spTree>
    <p:extLst>
      <p:ext uri="{BB962C8B-B14F-4D97-AF65-F5344CB8AC3E}">
        <p14:creationId xmlns:p14="http://schemas.microsoft.com/office/powerpoint/2010/main" val="3995239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749" y="566057"/>
            <a:ext cx="3363842" cy="57936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96" y="748578"/>
            <a:ext cx="4699338" cy="51879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37190" y="931027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Truss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8457" y="931026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Truss</a:t>
            </a:r>
          </a:p>
        </p:txBody>
      </p:sp>
    </p:spTree>
    <p:extLst>
      <p:ext uri="{BB962C8B-B14F-4D97-AF65-F5344CB8AC3E}">
        <p14:creationId xmlns:p14="http://schemas.microsoft.com/office/powerpoint/2010/main" val="3399400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44" y="3134410"/>
            <a:ext cx="10333615" cy="30101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44" y="830195"/>
            <a:ext cx="9670618" cy="1897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2332" y="1778967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Truss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2332" y="4408657"/>
            <a:ext cx="134982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just" rt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Truss</a:t>
            </a:r>
          </a:p>
        </p:txBody>
      </p:sp>
    </p:spTree>
    <p:extLst>
      <p:ext uri="{BB962C8B-B14F-4D97-AF65-F5344CB8AC3E}">
        <p14:creationId xmlns:p14="http://schemas.microsoft.com/office/powerpoint/2010/main" val="3384529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88" y="2243488"/>
            <a:ext cx="9733605" cy="237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09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76575" y="5410200"/>
            <a:ext cx="5695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6524320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76</TotalTime>
  <Words>75</Words>
  <Application>Microsoft Office PowerPoint</Application>
  <PresentationFormat>Widescreen</PresentationFormat>
  <Paragraphs>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Cambria Math</vt:lpstr>
      <vt:lpstr>Century Gothic</vt:lpstr>
      <vt:lpstr>Times New Roman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Mehdi</cp:lastModifiedBy>
  <cp:revision>11</cp:revision>
  <dcterms:created xsi:type="dcterms:W3CDTF">2021-11-06T05:52:05Z</dcterms:created>
  <dcterms:modified xsi:type="dcterms:W3CDTF">2023-04-09T06:51:06Z</dcterms:modified>
</cp:coreProperties>
</file>